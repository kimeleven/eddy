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>
                <a:solidFill>
                  <a:srgbClr val="FFFFFF"/>
                </a:solidFill>
              </a:rPr>
              <a:t>ELDO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C2FF"/>
                </a:solidFill>
              </a:rPr>
              <a:t>글로벌 투자 데이터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BAE"/>
                </a:solidFill>
              </a:rPr>
              <a:t>현황 분석 및 자동화 로드맵
현재 상태 → 해야 할 일 →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097280"/>
            <a:ext cx="3657600" cy="47548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6576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프레임워크 / UI /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 구축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299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DB 스키마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0299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 정의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426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실제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6426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 전혀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552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데이터 파이프라인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2552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 미구현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679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분석 파일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8679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 미구현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⚠️  배포만 있음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932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E"/>
                </a:solidFill>
              </a:rPr>
              <a:t>미완성 페이지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5093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⚠️  3개 페이지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2194011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현재 상태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AE"/>
                </a:solidFill>
              </a:rPr>
              <a:t>앱 구조는 완성됐지만 데이터가 없어 아무것도 동작하지 않음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4747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Next.js 16
+ 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UI / 라우팅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1691640"/>
            <a:ext cx="3474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8" y="1691640"/>
            <a:ext cx="34747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API Routes
(8개 엔드포인트)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서버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완료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0416" y="1691640"/>
            <a:ext cx="3474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0416" y="1691640"/>
            <a:ext cx="34747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Prisma 7
+ PostgreSQL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DB 스키마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완료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04488"/>
            <a:ext cx="3474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04488"/>
            <a:ext cx="34747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04164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Corps / Indicators
Statements / StockTrades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773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DB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비어있음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3904488"/>
            <a:ext cx="3474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78808" y="3904488"/>
            <a:ext cx="34747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04164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data/analysis/
*.json 파일들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773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섹터 분석 차트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없음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0416" y="3904488"/>
            <a:ext cx="3474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0416" y="3904488"/>
            <a:ext cx="34747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404164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GitLab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773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빌드·배포 자동화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⚠️ 배포만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2194011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핵심 문제  —  데이터 파이프라인 전무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AE"/>
                </a:solidFill>
              </a:rPr>
              <a:t>DB 테이블은 모두 정의되어 있으나 데이터를 채우는 스크립트가 하나도 없음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011680"/>
            <a:ext cx="1828800" cy="10058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1828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외부 데이터 소스
(KRX / DART / Yahoo
Finance 등)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2468880"/>
            <a:ext cx="347472" cy="54864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1176" y="23042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AE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1828800" cy="10058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011680"/>
            <a:ext cx="18288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2140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AAA"/>
                </a:solidFill>
              </a:rPr>
              <a:t>수집 스크립트
(미구현)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1728" y="2468880"/>
            <a:ext cx="347472" cy="54864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23042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AE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011680"/>
            <a:ext cx="1828800" cy="10058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2011680"/>
            <a:ext cx="18288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12140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AAA"/>
                </a:solidFill>
              </a:rPr>
              <a:t>PostgreSQL DB
(스키마만 있음)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2468880"/>
            <a:ext cx="347472" cy="54864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23042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AE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011680"/>
            <a:ext cx="1828800" cy="10058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2011680"/>
            <a:ext cx="18288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12140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AAA"/>
                </a:solidFill>
              </a:rPr>
              <a:t>분석 JSON 생성
(미구현)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2468880"/>
            <a:ext cx="347472" cy="54864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23042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AE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2011680"/>
            <a:ext cx="1828800" cy="10058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2011680"/>
            <a:ext cx="182880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12140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웹 앱 차트
(섹터 페이지)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빠진 것들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22191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74903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기업 마스터 수집  (corps, corps_emsec 테이블)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06239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33087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재무제표 수집  (statements / us_statements)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90287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17135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재무지표 계산 및 적재  (P/E, EV/EBITDA 등 100+ 지표)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74335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901183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일별 주가 수집  (stock_trades — OHLCV, 시가총액)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58383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8523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EMSEC 업종 계층 초기 적재  (섹터 트리)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42431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66927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섹터 분석 JSON 생성 배치  (차트 데이터 파일)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126479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53327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스케줄링  (매일 자동 수집)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2194011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DB · 인프라 · CI/CD 자동화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DB &amp; 인프라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prisma/seed.ts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EMSEC, 기준 코드 초기 적재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871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scripts/convert-schema.ts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package.json에 등록됐지만 파일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45536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5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.env.example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현재 환경변수 문서화 전무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03904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DB 셋업 원커맨드화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compose up → migrate → seed 한 번에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6227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앱 컨테이너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18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compose.yml에 Next.js 서비스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로컬 샘플 데이터 seed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76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새 개발자 온보딩용 더미 데이터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34440"/>
            <a:ext cx="5577840" cy="52120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234440"/>
            <a:ext cx="557784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</a:rPr>
              <a:t>CI/CD 파이프라인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현재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8888"/>
                </a:solidFill>
              </a:rPr>
              <a:t>deploy (webhook만)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목표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2194560"/>
            <a:ext cx="2377440" cy="4114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0" y="2194560"/>
            <a:ext cx="54864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2677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2788920"/>
            <a:ext cx="2377440" cy="4114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788920"/>
            <a:ext cx="54864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2862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383280"/>
            <a:ext cx="2377440" cy="4114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3383280"/>
            <a:ext cx="54864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migrate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3977639"/>
            <a:ext cx="2377440" cy="4114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3977639"/>
            <a:ext cx="54864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40507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572000"/>
            <a:ext cx="2377440" cy="4114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0" y="4572000"/>
            <a:ext cx="54864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2194011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미완성 페이지 &amp; 우선순위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566160" cy="14630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5661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/valuation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AE"/>
                </a:solidFill>
              </a:rPr>
              <a:t>하드코딩 더미 데이터
→ DB 연동 + 밸류에이션 로직 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1" y="1234440"/>
            <a:ext cx="3566160" cy="14630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1" y="1234440"/>
            <a:ext cx="35661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</a:rPr>
              <a:t>/peer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17373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AE"/>
                </a:solidFill>
              </a:rPr>
              <a:t>텍스트 placeholder
→ 동종업체 탐색 UI 전체 구현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2" y="1234440"/>
            <a:ext cx="3566160" cy="14630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2" y="1234440"/>
            <a:ext cx="35661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4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</a:rPr>
              <a:t>/compare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4" y="17373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AE"/>
                </a:solidFill>
              </a:rPr>
              <a:t>텍스트 placeholder
→ 멀티기업 비교 대시보드 구현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우선순위 로드맵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5643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29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데이터 소스 확정 및 기업·주가 수집 스크립트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307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이게 없으면 아무것도 동작 안 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493008"/>
            <a:ext cx="9144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483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즉시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87368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041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EMSEC + 기준 데이터 시드 (업종 계층, 기준 코드)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343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company / sectors 페이지 기본 동작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4105656"/>
            <a:ext cx="9144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096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즉시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00016"/>
            <a:ext cx="32004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8172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6542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재무제표 + 지표 수집 파이프라인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9560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기업 상세 페이지, 섹터 차트 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4718304"/>
            <a:ext cx="91440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단기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12664"/>
            <a:ext cx="32004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943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2669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분석 JSON 생성 배치 + .env.example + DB 자동화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56869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재현 가능한 개발 환경 구성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5330952"/>
            <a:ext cx="91440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5321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단기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25312"/>
            <a:ext cx="32004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0702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8795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CI/CD 보강 + Docker Compose 완성 + 미완성 페이지 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61813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운영 안정성 및 기능 완성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5943600"/>
            <a:ext cx="914400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5934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중기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